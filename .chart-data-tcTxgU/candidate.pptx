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8d09eb8aa1a4a17" /><Relationship Type="http://schemas.openxmlformats.org/officeDocument/2006/relationships/extended-properties" Target="/docProps/app.xml" Id="R215126584d994891" /><Relationship Type="http://schemas.openxmlformats.org/officeDocument/2006/relationships/officeDocument" Target="/ppt/presentation.xml" Id="R25675c0f70d84b06" /></Relationships>
</file>

<file path=ppt/presentation.xml><?xml version="1.0" encoding="utf-8"?>
<p:presentation xmlns:p="http://schemas.openxmlformats.org/presentationml/2006/main">
  <p:sldMasterIdLst>
    <p:sldMasterId xmlns:r="http://schemas.openxmlformats.org/officeDocument/2006/relationships" id="2147483648" r:id="Rb7816bf165734f15"/>
  </p:sldMasterIdLst>
  <p:notesMasterIdLst>
    <p:notesMasterId xmlns:r="http://schemas.openxmlformats.org/officeDocument/2006/relationships" r:id="Rcaa6a5e306064641"/>
  </p:notesMasterIdLst>
  <p:sldIdLst>
    <p:sldId xmlns:r="http://schemas.openxmlformats.org/officeDocument/2006/relationships" id="256" r:id="R6cf78d980d3142e4"/>
    <p:sldId xmlns:r="http://schemas.openxmlformats.org/officeDocument/2006/relationships" id="257" r:id="Rfc3e1b5e03994443"/>
    <p:sldId xmlns:r="http://schemas.openxmlformats.org/officeDocument/2006/relationships" id="258" r:id="R70fd56bcffeb48f2"/>
    <p:sldId xmlns:r="http://schemas.openxmlformats.org/officeDocument/2006/relationships" id="259" r:id="Raf26a93e0c9f4d41"/>
    <p:sldId xmlns:r="http://schemas.openxmlformats.org/officeDocument/2006/relationships" id="260" r:id="R23f58e02d78f44ab"/>
    <p:sldId xmlns:r="http://schemas.openxmlformats.org/officeDocument/2006/relationships" id="261" r:id="R81f8c0ff93da4cdc"/>
    <p:sldId xmlns:r="http://schemas.openxmlformats.org/officeDocument/2006/relationships" id="262" r:id="Rb18b75ef215246a4"/>
    <p:sldId xmlns:r="http://schemas.openxmlformats.org/officeDocument/2006/relationships" id="263" r:id="Rcfafdb5fd4154b06"/>
    <p:sldId xmlns:r="http://schemas.openxmlformats.org/officeDocument/2006/relationships" id="264" r:id="R7f14b16eeb784fe7"/>
    <p:sldId xmlns:r="http://schemas.openxmlformats.org/officeDocument/2006/relationships" id="265" r:id="R1bacbbc20adb494a"/>
    <p:sldId xmlns:r="http://schemas.openxmlformats.org/officeDocument/2006/relationships" id="266" r:id="R04ea24c5acee4a9b"/>
    <p:sldId xmlns:r="http://schemas.openxmlformats.org/officeDocument/2006/relationships" id="267" r:id="R00a27eb7f46e444a"/>
    <p:sldId xmlns:r="http://schemas.openxmlformats.org/officeDocument/2006/relationships" id="268" r:id="R079808a65dff47cf"/>
    <p:sldId xmlns:r="http://schemas.openxmlformats.org/officeDocument/2006/relationships" id="269" r:id="R3d0d15d20e474bc3"/>
    <p:sldId xmlns:r="http://schemas.openxmlformats.org/officeDocument/2006/relationships" id="270" r:id="R0615cf53ee7248f7"/>
    <p:sldId xmlns:r="http://schemas.openxmlformats.org/officeDocument/2006/relationships" id="271" r:id="R107718ae7fe64cc7"/>
    <p:sldId xmlns:r="http://schemas.openxmlformats.org/officeDocument/2006/relationships" id="272" r:id="R7841eaa2e7e041c8"/>
    <p:sldId xmlns:r="http://schemas.openxmlformats.org/officeDocument/2006/relationships" id="273" r:id="R43983e150f224849"/>
    <p:sldId xmlns:r="http://schemas.openxmlformats.org/officeDocument/2006/relationships" id="274" r:id="Rb95c0e2383c24912"/>
    <p:sldId xmlns:r="http://schemas.openxmlformats.org/officeDocument/2006/relationships" id="275" r:id="R7801cfeb721340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95f64cb8a340b8" /><Relationship Type="http://schemas.openxmlformats.org/officeDocument/2006/relationships/slideMaster" Target="/ppt/slideMasters/slideMaster1.xml" Id="Rb7816bf165734f15" /><Relationship Type="http://schemas.openxmlformats.org/officeDocument/2006/relationships/notesMaster" Target="/ppt/notesMasters/notesMaster1.xml" Id="Rcaa6a5e306064641" /><Relationship Type="http://schemas.openxmlformats.org/officeDocument/2006/relationships/presProps" Target="/ppt/presProps.xml" Id="R361ea63680f34c0f" /><Relationship Type="http://schemas.openxmlformats.org/officeDocument/2006/relationships/tableStyles" Target="/ppt/tableStyles.xml" Id="R641c4bd2bb23429d" /><Relationship Type="http://schemas.openxmlformats.org/officeDocument/2006/relationships/slide" Target="/ppt/slides/slide1.xml" Id="R6cf78d980d3142e4" /><Relationship Type="http://schemas.openxmlformats.org/officeDocument/2006/relationships/slide" Target="/ppt/slides/slide2.xml" Id="Rfc3e1b5e03994443" /><Relationship Type="http://schemas.openxmlformats.org/officeDocument/2006/relationships/slide" Target="/ppt/slides/slide3.xml" Id="R70fd56bcffeb48f2" /><Relationship Type="http://schemas.openxmlformats.org/officeDocument/2006/relationships/slide" Target="/ppt/slides/slide4.xml" Id="Raf26a93e0c9f4d41" /><Relationship Type="http://schemas.openxmlformats.org/officeDocument/2006/relationships/slide" Target="/ppt/slides/slide5.xml" Id="R23f58e02d78f44ab" /><Relationship Type="http://schemas.openxmlformats.org/officeDocument/2006/relationships/slide" Target="/ppt/slides/slide6.xml" Id="R81f8c0ff93da4cdc" /><Relationship Type="http://schemas.openxmlformats.org/officeDocument/2006/relationships/slide" Target="/ppt/slides/slide7.xml" Id="Rb18b75ef215246a4" /><Relationship Type="http://schemas.openxmlformats.org/officeDocument/2006/relationships/slide" Target="/ppt/slides/slide8.xml" Id="Rcfafdb5fd4154b06" /><Relationship Type="http://schemas.openxmlformats.org/officeDocument/2006/relationships/slide" Target="/ppt/slides/slide9.xml" Id="R7f14b16eeb784fe7" /><Relationship Type="http://schemas.openxmlformats.org/officeDocument/2006/relationships/slide" Target="/ppt/slides/slide10.xml" Id="R1bacbbc20adb494a" /><Relationship Type="http://schemas.openxmlformats.org/officeDocument/2006/relationships/slide" Target="/ppt/slides/slide11.xml" Id="R04ea24c5acee4a9b" /><Relationship Type="http://schemas.openxmlformats.org/officeDocument/2006/relationships/slide" Target="/ppt/slides/slide12.xml" Id="R00a27eb7f46e444a" /><Relationship Type="http://schemas.openxmlformats.org/officeDocument/2006/relationships/slide" Target="/ppt/slides/slide13.xml" Id="R079808a65dff47cf" /><Relationship Type="http://schemas.openxmlformats.org/officeDocument/2006/relationships/slide" Target="/ppt/slides/slide14.xml" Id="R3d0d15d20e474bc3" /><Relationship Type="http://schemas.openxmlformats.org/officeDocument/2006/relationships/slide" Target="/ppt/slides/slide15.xml" Id="R0615cf53ee7248f7" /><Relationship Type="http://schemas.openxmlformats.org/officeDocument/2006/relationships/slide" Target="/ppt/slides/slide16.xml" Id="R107718ae7fe64cc7" /><Relationship Type="http://schemas.openxmlformats.org/officeDocument/2006/relationships/slide" Target="/ppt/slides/slide17.xml" Id="R7841eaa2e7e041c8" /><Relationship Type="http://schemas.openxmlformats.org/officeDocument/2006/relationships/slide" Target="/ppt/slides/slide18.xml" Id="R43983e150f224849" /><Relationship Type="http://schemas.openxmlformats.org/officeDocument/2006/relationships/slide" Target="/ppt/slides/slide19.xml" Id="Rb95c0e2383c24912" /><Relationship Type="http://schemas.openxmlformats.org/officeDocument/2006/relationships/slide" Target="/ppt/slides/slide20.xml" Id="R7801cfeb721340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3f5117c26447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091fc896c41f6" /><Relationship Type="http://schemas.openxmlformats.org/officeDocument/2006/relationships/notesMaster" Target="/ppt/notesMasters/notesMaster1.xml" Id="R46b127e64b93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f67d1e55c3408e" /><Relationship Type="http://schemas.openxmlformats.org/officeDocument/2006/relationships/notesMaster" Target="/ppt/notesMasters/notesMaster1.xml" Id="R5595cf58111642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c4bed962314b3c" /><Relationship Type="http://schemas.openxmlformats.org/officeDocument/2006/relationships/notesMaster" Target="/ppt/notesMasters/notesMaster1.xml" Id="R258e350ce407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8e006f721347d8" /><Relationship Type="http://schemas.openxmlformats.org/officeDocument/2006/relationships/notesMaster" Target="/ppt/notesMasters/notesMaster1.xml" Id="Rc8b80561098e47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dc71ef808c4cc0" /><Relationship Type="http://schemas.openxmlformats.org/officeDocument/2006/relationships/notesMaster" Target="/ppt/notesMasters/notesMaster1.xml" Id="R90a7fafb499f43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988c8fd27d47fa" /><Relationship Type="http://schemas.openxmlformats.org/officeDocument/2006/relationships/notesMaster" Target="/ppt/notesMasters/notesMaster1.xml" Id="R83a268020e4747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db8ea7870e4806" /><Relationship Type="http://schemas.openxmlformats.org/officeDocument/2006/relationships/notesMaster" Target="/ppt/notesMasters/notesMaster1.xml" Id="R0d842809b02944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7f439725be422e" /><Relationship Type="http://schemas.openxmlformats.org/officeDocument/2006/relationships/notesMaster" Target="/ppt/notesMasters/notesMaster1.xml" Id="Rdda6009e340549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951d5a3bd94235" /><Relationship Type="http://schemas.openxmlformats.org/officeDocument/2006/relationships/notesMaster" Target="/ppt/notesMasters/notesMaster1.xml" Id="R95d9296a082e4d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521b46d2cc43dd" /><Relationship Type="http://schemas.openxmlformats.org/officeDocument/2006/relationships/notesMaster" Target="/ppt/notesMasters/notesMaster1.xml" Id="Re41b86fcc57d4a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7dc94915fc4a0d" /><Relationship Type="http://schemas.openxmlformats.org/officeDocument/2006/relationships/notesMaster" Target="/ppt/notesMasters/notesMaster1.xml" Id="R72f17b263ef242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4f25697fd1470b" /><Relationship Type="http://schemas.openxmlformats.org/officeDocument/2006/relationships/notesMaster" Target="/ppt/notesMasters/notesMaster1.xml" Id="R3c3a0dac6a8d42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32b375d2ae4554" /><Relationship Type="http://schemas.openxmlformats.org/officeDocument/2006/relationships/notesMaster" Target="/ppt/notesMasters/notesMaster1.xml" Id="R68686887fc414d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6b3068ddc44413" /><Relationship Type="http://schemas.openxmlformats.org/officeDocument/2006/relationships/notesMaster" Target="/ppt/notesMasters/notesMaster1.xml" Id="Rfd8144448c5641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53afad51814859" /><Relationship Type="http://schemas.openxmlformats.org/officeDocument/2006/relationships/notesMaster" Target="/ppt/notesMasters/notesMaster1.xml" Id="Rbdaabf0a160848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97064f50244822" /><Relationship Type="http://schemas.openxmlformats.org/officeDocument/2006/relationships/notesMaster" Target="/ppt/notesMasters/notesMaster1.xml" Id="R311e298c7f3941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998d55771e4897" /><Relationship Type="http://schemas.openxmlformats.org/officeDocument/2006/relationships/notesMaster" Target="/ppt/notesMasters/notesMaster1.xml" Id="R63b850f7e96e45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fd018df3684ba2" /><Relationship Type="http://schemas.openxmlformats.org/officeDocument/2006/relationships/notesMaster" Target="/ppt/notesMasters/notesMaster1.xml" Id="R7078c211549f4c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dfccc101dc4a4c" /><Relationship Type="http://schemas.openxmlformats.org/officeDocument/2006/relationships/notesMaster" Target="/ppt/notesMasters/notesMaster1.xml" Id="Rdc7e2656e25742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b6eab7784b4f5a" /><Relationship Type="http://schemas.openxmlformats.org/officeDocument/2006/relationships/notesMaster" Target="/ppt/notesMasters/notesMaster1.xml" Id="Rd4dd9ee724d142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captured during an existing full-genome MLE run, with four of nine stages complete and an active hit-calling stage. The progress bar represents completed stages, not percentage of compute time or a promised finish time. Modal worker heartbeats continue. Frontend realtime events and a five-second polling fallback read Supabase run and stage records. Cloudflare R2 stores the input objects, Supabase stores workspace metadata and results, and Modal executes analysis. The screenshot is a dated snapshot, not a fabricated progress animation. No new job was queued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368adf3b7549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45f61611d54ea7" /><Relationship Type="http://schemas.openxmlformats.org/officeDocument/2006/relationships/slideLayout" Target="/ppt/slideLayouts/slideLayout1.xml" Id="Re17ad29f875245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7ad29f875245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012c0fb27d4f2d" /><Relationship Type="http://schemas.openxmlformats.org/officeDocument/2006/relationships/image" Target="/ppt/media/image.png" Id="R475d43aff3c64290" /><Relationship Type="http://schemas.openxmlformats.org/officeDocument/2006/relationships/notesSlide" Target="/ppt/notesSlides/notesSlide1.xml" Id="R066e01904f3b47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760e210e3c4cc5" /><Relationship Type="http://schemas.openxmlformats.org/officeDocument/2006/relationships/image" Target="/ppt/media/image2.png" Id="R34fd7a9f265d4d74" /><Relationship Type="http://schemas.openxmlformats.org/officeDocument/2006/relationships/image" Target="/ppt/media/image.jpeg" Id="R33fd56918d7e426b" /><Relationship Type="http://schemas.openxmlformats.org/officeDocument/2006/relationships/notesSlide" Target="/ppt/notesSlides/notesSlide2.xml" Id="Rd250ac88ae7741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a5d61ee1574dc0" /><Relationship Type="http://schemas.openxmlformats.org/officeDocument/2006/relationships/image" Target="/ppt/media/image3.png" Id="Rae72bf1f3d7f4368" /><Relationship Type="http://schemas.openxmlformats.org/officeDocument/2006/relationships/notesSlide" Target="/ppt/notesSlides/notesSlide3.xml" Id="Rdf0f04ef8ae14e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57407beba54eb3" /><Relationship Type="http://schemas.openxmlformats.org/officeDocument/2006/relationships/image" Target="/ppt/media/image4.png" Id="R0d1b0881e7e54743" /><Relationship Type="http://schemas.openxmlformats.org/officeDocument/2006/relationships/notesSlide" Target="/ppt/notesSlides/notesSlide4.xml" Id="Re38ed197b9d44b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49fb311f2d45d2" /><Relationship Type="http://schemas.openxmlformats.org/officeDocument/2006/relationships/image" Target="/ppt/media/image5.png" Id="R10ac284fee204785" /><Relationship Type="http://schemas.openxmlformats.org/officeDocument/2006/relationships/image" Target="/ppt/media/image6.png" Id="R14c99b0a8e2d49db" /><Relationship Type="http://schemas.openxmlformats.org/officeDocument/2006/relationships/notesSlide" Target="/ppt/notesSlides/notesSlide5.xml" Id="R7afd997bc4464c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9a6ea77f8f4a70" /><Relationship Type="http://schemas.openxmlformats.org/officeDocument/2006/relationships/image" Target="/ppt/media/image7.png" Id="R1630afba6da1457b" /><Relationship Type="http://schemas.openxmlformats.org/officeDocument/2006/relationships/image" Target="/ppt/media/image8.png" Id="R8d5328a5683d4dde" /><Relationship Type="http://schemas.openxmlformats.org/officeDocument/2006/relationships/notesSlide" Target="/ppt/notesSlides/notesSlide6.xml" Id="Ra14207b2608647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13b3dc16bf43d8" /><Relationship Type="http://schemas.openxmlformats.org/officeDocument/2006/relationships/image" Target="/ppt/media/image9.png" Id="Rbb2969b3aa15442e" /><Relationship Type="http://schemas.openxmlformats.org/officeDocument/2006/relationships/image" Target="/ppt/media/image10.png" Id="Rd5cac9e3d4564b63" /><Relationship Type="http://schemas.openxmlformats.org/officeDocument/2006/relationships/notesSlide" Target="/ppt/notesSlides/notesSlide7.xml" Id="R8371f39294df48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0b7b33b8bc4e94" /><Relationship Type="http://schemas.openxmlformats.org/officeDocument/2006/relationships/image" Target="/ppt/media/image11.png" Id="R127a4d84be864a6e" /><Relationship Type="http://schemas.openxmlformats.org/officeDocument/2006/relationships/image" Target="/ppt/media/image12.png" Id="R0f75eafd66d548ec" /><Relationship Type="http://schemas.openxmlformats.org/officeDocument/2006/relationships/notesSlide" Target="/ppt/notesSlides/notesSlide8.xml" Id="Rc0517455f6ac4c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6fa106aa654cb3" /><Relationship Type="http://schemas.openxmlformats.org/officeDocument/2006/relationships/image" Target="/ppt/media/image13.png" Id="R04d7a4ddf1934f91" /><Relationship Type="http://schemas.openxmlformats.org/officeDocument/2006/relationships/image" Target="/ppt/media/image14.png" Id="R772294b93d544036" /><Relationship Type="http://schemas.openxmlformats.org/officeDocument/2006/relationships/notesSlide" Target="/ppt/notesSlides/notesSlide9.xml" Id="R652899c801ee41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dea13da9834ff2" /><Relationship Type="http://schemas.openxmlformats.org/officeDocument/2006/relationships/image" Target="/ppt/media/image15.png" Id="R3ce85e0da9544b68" /><Relationship Type="http://schemas.openxmlformats.org/officeDocument/2006/relationships/image" Target="/ppt/media/image16.png" Id="R332d3794065246cc" /><Relationship Type="http://schemas.openxmlformats.org/officeDocument/2006/relationships/notesSlide" Target="/ppt/notesSlides/notesSlide10.xml" Id="R2776f401407644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831312c90c4b0b" /><Relationship Type="http://schemas.openxmlformats.org/officeDocument/2006/relationships/image" Target="/ppt/media/image17.png" Id="R682ccdbb82f94957" /><Relationship Type="http://schemas.openxmlformats.org/officeDocument/2006/relationships/chart" Target="/ppt/slides/charts/chart1.xml" Id="R8dddf902ae9d466e" /><Relationship Type="http://schemas.openxmlformats.org/officeDocument/2006/relationships/notesSlide" Target="/ppt/notesSlides/notesSlide11.xml" Id="R31fd5a5798544c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b5db0cb86c4e6d" /><Relationship Type="http://schemas.openxmlformats.org/officeDocument/2006/relationships/image" Target="/ppt/media/image18.png" Id="R2be498307e42483e" /><Relationship Type="http://schemas.openxmlformats.org/officeDocument/2006/relationships/notesSlide" Target="/ppt/notesSlides/notesSlide12.xml" Id="R5b64ec828b3f4b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5332b3afe44544" /><Relationship Type="http://schemas.openxmlformats.org/officeDocument/2006/relationships/image" Target="/ppt/media/image19.png" Id="R7d80ebca63b04c2b" /><Relationship Type="http://schemas.openxmlformats.org/officeDocument/2006/relationships/image" Target="/ppt/media/image20.png" Id="Rf23556de9aa743a1" /><Relationship Type="http://schemas.openxmlformats.org/officeDocument/2006/relationships/notesSlide" Target="/ppt/notesSlides/notesSlide13.xml" Id="R35bf3c7872c246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d25bcb31f744425" /><Relationship Type="http://schemas.openxmlformats.org/officeDocument/2006/relationships/image" Target="/ppt/media/image21.png" Id="R05020009d1544e16" /><Relationship Type="http://schemas.openxmlformats.org/officeDocument/2006/relationships/notesSlide" Target="/ppt/notesSlides/notesSlide14.xml" Id="Ra744251a3e744b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31931cfe9a4f8c" /><Relationship Type="http://schemas.openxmlformats.org/officeDocument/2006/relationships/image" Target="/ppt/media/image22.png" Id="R62585cb0356b477e" /><Relationship Type="http://schemas.openxmlformats.org/officeDocument/2006/relationships/notesSlide" Target="/ppt/notesSlides/notesSlide15.xml" Id="R15112fd8bc14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a0c1072d7b4d76" /><Relationship Type="http://schemas.openxmlformats.org/officeDocument/2006/relationships/image" Target="/ppt/media/image23.png" Id="Re47839eca3054892" /><Relationship Type="http://schemas.openxmlformats.org/officeDocument/2006/relationships/notesSlide" Target="/ppt/notesSlides/notesSlide16.xml" Id="Re26a81a512d04f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7ca4d40d914b9c" /><Relationship Type="http://schemas.openxmlformats.org/officeDocument/2006/relationships/image" Target="/ppt/media/image24.png" Id="R39b1ba194a414439" /><Relationship Type="http://schemas.openxmlformats.org/officeDocument/2006/relationships/image" Target="/ppt/media/image25.png" Id="Rf527cafb9f8a45d2" /><Relationship Type="http://schemas.openxmlformats.org/officeDocument/2006/relationships/notesSlide" Target="/ppt/notesSlides/notesSlide17.xml" Id="R4da3b1fcef4a46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d407f8f9774b94" /><Relationship Type="http://schemas.openxmlformats.org/officeDocument/2006/relationships/image" Target="/ppt/media/image26.png" Id="Re8e91d33d5dc40db" /><Relationship Type="http://schemas.openxmlformats.org/officeDocument/2006/relationships/notesSlide" Target="/ppt/notesSlides/notesSlide18.xml" Id="R280b3538eb1048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c5864fe096432e" /><Relationship Type="http://schemas.openxmlformats.org/officeDocument/2006/relationships/image" Target="/ppt/media/image27.png" Id="R41c63dd4a3bc4a9b" /><Relationship Type="http://schemas.openxmlformats.org/officeDocument/2006/relationships/notesSlide" Target="/ppt/notesSlides/notesSlide19.xml" Id="R555d4d7d0ba741a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fe744769e545fe" /><Relationship Type="http://schemas.openxmlformats.org/officeDocument/2006/relationships/image" Target="/ppt/media/image28.png" Id="R90ac505dc4054bde" /><Relationship Type="http://schemas.openxmlformats.org/officeDocument/2006/relationships/notesSlide" Target="/ppt/notesSlides/notesSlide20.xml" Id="Ra7b98ecf912949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D7FBCF2-ED33-46F7-9499-EFD589922CE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75d43aff3c64290"/>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2083BBB7-97FE-444C-9F3F-9242CBF6F386}"/>
              </a:ext>
            </a:extLst>
          </p:cNvPr>
          <p:cNvSpPr>
            <a:spLocks xmlns:a="http://schemas.openxmlformats.org/drawingml/2006/main" noGrp="1"/>
          </p:cNvSpPr>
          <p:nvPr/>
        </p:nvSpPr>
        <p:spPr>
          <a:xfrm xmlns:a="http://schemas.openxmlformats.org/drawingml/2006/main">
            <a:off x="609600" y="214312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C5DACEF9-E056-407E-9ABF-2B634517A26F}"/>
              </a:ext>
            </a:extLst>
          </p:cNvPr>
          <p:cNvSpPr>
            <a:spLocks xmlns:a="http://schemas.openxmlformats.org/drawingml/2006/main" noGrp="1"/>
          </p:cNvSpPr>
          <p:nvPr/>
        </p:nvSpPr>
        <p:spPr>
          <a:xfrm xmlns:a="http://schemas.openxmlformats.org/drawingml/2006/main">
            <a:off x="647700" y="41433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93010439-755A-40C1-B60B-136F194F502C}"/>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142946282"/>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4fd7a9f265d4d7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426FD72-119E-4606-A3D9-B16E9F4615D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64252F83-F04F-498D-870A-B3D0B83E186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3C9F808D-C28A-49E0-BE4A-6BEB7E5B073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A8DBC778-CA32-4D59-83D1-0163803A05D3}"/>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97420DAC-0D18-492F-AB64-76D556A63C18}"/>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fd56918d7e426b"/>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902290AB-CE24-4240-904E-E78D2B6401D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5071506"/>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e72bf1f3d7f436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F82924D-7D16-44FF-8B0A-27297D30AE2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6946B02F-CB05-418F-8F6B-31D823111D6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5E94B6C1-726A-4BC6-85B0-9AF41E1415F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78DA21A-51F5-4E46-A2E1-B893C8DFDF25}"/>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DC4E6BE4-CDE6-4CA2-B850-4250349A1D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967975010"/>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d1b0881e7e5474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8206191-5A58-4B64-9E78-949617EFDA1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ABD1EB7D-896C-43EC-B462-2B50C5770B5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9F0A7B90-2589-4AA4-B7D2-969D1F0245E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D9A037C9-A747-401C-814F-B856094B3575}"/>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4E59F825-5FBD-4E1A-A2BA-29B33C4DA4E9}"/>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6C443448-5674-4C31-9607-B50547594337}"/>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5EC7E4E6-58A7-4C63-AF27-13DFF6544CF7}"/>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5B3B9903-AC14-43FA-8313-03E39B1EB8FB}"/>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267B9F53-E62C-4B6B-8804-2A50A360D68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638614183"/>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0ac284fee20478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75F1842-9431-4FC3-8262-6C35665AA80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9B509BDE-62B2-4C51-A3F0-59FF843DE9F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FF03467A-3727-4D54-A619-CDEA1074E80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4c99b0a8e2d49db"/>
          <a:srcRect xmlns:a="http://schemas.openxmlformats.org/drawingml/2006/main" l="30000" t="16000" r="11000" b="13000"/>
          <a:stretch xmlns:a="http://schemas.openxmlformats.org/drawingml/2006/main"/>
        </p:blipFill>
        <p:spPr>
          <a:xfrm xmlns:a="http://schemas.openxmlformats.org/drawingml/2006/main">
            <a:off x="3714750" y="2076450"/>
            <a:ext cx="7867650" cy="3695700"/>
          </a:xfrm>
          <a:prstGeom xmlns:a="http://schemas.openxmlformats.org/drawingml/2006/main" prst="rect">
            <a:avLst/>
          </a:prstGeom>
        </p:spPr>
      </p:pic>
    </p:spTree>
    <p:extLst>
      <p:ext uri="{BB962C8B-B14F-4D97-AF65-F5344CB8AC3E}">
        <p14:creationId xmlns:p14="http://schemas.microsoft.com/office/powerpoint/2010/main" val="1282037053"/>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630afba6da1457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EE437BD-81A3-4FFE-8840-0F2D8B8A2A6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91937CE2-3005-42E4-B2DF-688A152CEE1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66004F57-5DF4-475C-8E2A-659E7D7247D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d5328a5683d4dde"/>
          <a:srcRect xmlns:a="http://schemas.openxmlformats.org/drawingml/2006/main" l="30000" t="15000" r="11000" b="15000"/>
          <a:stretch xmlns:a="http://schemas.openxmlformats.org/drawingml/2006/main"/>
        </p:blipFill>
        <p:spPr>
          <a:xfrm xmlns:a="http://schemas.openxmlformats.org/drawingml/2006/main">
            <a:off x="3714750" y="2047875"/>
            <a:ext cx="7867650" cy="3752850"/>
          </a:xfrm>
          <a:prstGeom xmlns:a="http://schemas.openxmlformats.org/drawingml/2006/main" prst="rect">
            <a:avLst/>
          </a:prstGeom>
        </p:spPr>
      </p:pic>
    </p:spTree>
    <p:extLst>
      <p:ext uri="{BB962C8B-B14F-4D97-AF65-F5344CB8AC3E}">
        <p14:creationId xmlns:p14="http://schemas.microsoft.com/office/powerpoint/2010/main" val="577381007"/>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b2969b3aa15442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038BC85-E98E-4063-9A32-85298177ACE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0374D377-2FE7-46A0-BEB1-10655DAC38D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6DDD59C9-B4F5-46B6-AAFF-F682774FBFDC}"/>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5cac9e3d4564b63"/>
          <a:srcRect xmlns:a="http://schemas.openxmlformats.org/drawingml/2006/main" l="30000" t="19000" r="11000" b="0"/>
          <a:stretch xmlns:a="http://schemas.openxmlformats.org/drawingml/2006/main"/>
        </p:blipFill>
        <p:spPr>
          <a:xfrm xmlns:a="http://schemas.openxmlformats.org/drawingml/2006/main">
            <a:off x="3714750" y="2019300"/>
            <a:ext cx="7867650" cy="3771900"/>
          </a:xfrm>
          <a:prstGeom xmlns:a="http://schemas.openxmlformats.org/drawingml/2006/main" prst="rect">
            <a:avLst/>
          </a:prstGeom>
        </p:spPr>
      </p:pic>
    </p:spTree>
    <p:extLst>
      <p:ext uri="{BB962C8B-B14F-4D97-AF65-F5344CB8AC3E}">
        <p14:creationId xmlns:p14="http://schemas.microsoft.com/office/powerpoint/2010/main" val="2010569010"/>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27a4d84be864a6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58A5BE8-417E-4184-BCF8-1B404D472D9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865DFAAB-1D75-483B-8890-7E5A79AB6FE6}"/>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C8CC88EF-F4AC-4C05-A152-4B3DD8A3BFB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f75eafd66d548ec"/>
          <a:srcRect xmlns:a="http://schemas.openxmlformats.org/drawingml/2006/main" l="32000" t="20000" r="16000" b="0"/>
          <a:stretch xmlns:a="http://schemas.openxmlformats.org/drawingml/2006/main"/>
        </p:blipFill>
        <p:spPr>
          <a:xfrm xmlns:a="http://schemas.openxmlformats.org/drawingml/2006/main">
            <a:off x="4000500" y="2000250"/>
            <a:ext cx="7581900" cy="3819525"/>
          </a:xfrm>
          <a:prstGeom xmlns:a="http://schemas.openxmlformats.org/drawingml/2006/main" prst="rect">
            <a:avLst/>
          </a:prstGeom>
        </p:spPr>
      </p:pic>
    </p:spTree>
    <p:extLst>
      <p:ext uri="{BB962C8B-B14F-4D97-AF65-F5344CB8AC3E}">
        <p14:creationId xmlns:p14="http://schemas.microsoft.com/office/powerpoint/2010/main" val="767546351"/>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4d7a4ddf1934f9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488D498-CCC9-4736-8A56-963F2590EE1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5DA066C1-6AF5-40BD-972F-A34C236CD58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233701E3-4901-432D-BDE2-7E83D6FF4A9F}"/>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Completed stages and elapsed time come from the run.</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current job is fitting MLE.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2294b93d544036"/>
          <a:srcRect xmlns:a="http://schemas.openxmlformats.org/drawingml/2006/main" l="16000" t="17000" r="1000" b="57000"/>
          <a:stretch xmlns:a="http://schemas.openxmlformats.org/drawingml/2006/main"/>
        </p:blipFill>
        <p:spPr>
          <a:xfrm xmlns:a="http://schemas.openxmlformats.org/drawingml/2006/main">
            <a:off x="609600" y="2838450"/>
            <a:ext cx="10972800" cy="2381250"/>
          </a:xfrm>
          <a:prstGeom xmlns:a="http://schemas.openxmlformats.org/drawingml/2006/main" prst="rect">
            <a:avLst/>
          </a:prstGeom>
        </p:spPr>
      </p:pic>
    </p:spTree>
    <p:extLst>
      <p:ext uri="{BB962C8B-B14F-4D97-AF65-F5344CB8AC3E}">
        <p14:creationId xmlns:p14="http://schemas.microsoft.com/office/powerpoint/2010/main" val="318986642"/>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e85e0da9544b6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9B364D0-048E-465F-ADC8-9EE76A93063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03620723-8A58-463B-A1C2-87A06BEAB1E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26652A1C-AD87-4F08-A93D-EA1BB283107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2d3794065246cc"/>
          <a:srcRect xmlns:a="http://schemas.openxmlformats.org/drawingml/2006/main" l="16000" t="8000" r="1500" b="41500"/>
          <a:stretch xmlns:a="http://schemas.openxmlformats.org/drawingml/2006/main"/>
        </p:blipFill>
        <p:spPr>
          <a:xfrm xmlns:a="http://schemas.openxmlformats.org/drawingml/2006/main">
            <a:off x="609600" y="2190750"/>
            <a:ext cx="10972800" cy="326707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47C9E0C5-3513-43B1-BE1F-9F72A350C62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340157154"/>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2ccdbb82f9495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7985788-A7AA-423F-A44E-324B0B34162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137E1B87-1069-44FE-939D-C301AC9B9B4C}"/>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6503F994-CCF6-4883-82DA-756A55D6A48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8dddf902ae9d466e"/>
          </a:graphicData>
        </a:graphic>
      </p:graphicFrame>
      <p:sp>
        <p:nvSpPr>
          <p:cNvPr id="6" name="text-5">
            <a:extLst xmlns:a="http://schemas.openxmlformats.org/drawingml/2006/main">
              <a:ext uri="{FF2B5EF4-FFF2-40B4-BE49-F238E27FC236}">
                <a16:creationId xmlns:a16="http://schemas.microsoft.com/office/drawing/2014/main" id="{27E1F797-4823-4D03-BEE3-3D9FD0CFE90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384662931"/>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be498307e42483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30779DB-6965-408C-BFC3-24A9D5D7BCB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7BA68E82-CE76-4C0B-96E5-45D1A9DEB32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EF8E2770-9107-412C-A9C9-88AD323ED7F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1C2225FD-78F3-4320-86F9-7D8AA6071079}"/>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A35F57D8-29E4-4B0D-9C9E-CF904FE9220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1894600786"/>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d80ebca63b04c2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DFEC154-66BC-489A-81D3-AD96A0D1869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036B8C76-EEAF-4DD4-8718-31E068AD941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63BD392A-DBEE-4994-9222-2B3DDD136CF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23556de9aa743a1"/>
          <a:srcRect xmlns:a="http://schemas.openxmlformats.org/drawingml/2006/main" l="16000" t="13000" r="1200" b="10000"/>
          <a:stretch xmlns:a="http://schemas.openxmlformats.org/drawingml/2006/main"/>
        </p:blipFill>
        <p:spPr>
          <a:xfrm xmlns:a="http://schemas.openxmlformats.org/drawingml/2006/main">
            <a:off x="609600" y="2266950"/>
            <a:ext cx="7000875" cy="344805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95CA1ECB-4090-4C12-9A00-4D66EBBEE3AD}"/>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BECE5D38-EC5D-478A-8B07-FBE86BD54C0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1676585227"/>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5020009d1544e1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50D191D-286D-457B-A954-D545DD7DD3D6}"/>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0614E638-9A03-4865-A49A-5F873C4843A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0CD7EC6F-EAF5-4395-BD8C-23B164B30EFF}"/>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8545FCF9-E66E-4E52-8278-8DE828D11195}"/>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FD8D71CE-959C-42E3-B4DC-5DC12F667C53}"/>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D998804A-FE9A-4DAC-8DAA-7CCD8542FA45}"/>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43E2666B-F2D9-4E1A-BDC3-DB7E940C0F26}"/>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1947A598-3AB7-480E-B7C8-24941B47C18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2076463056"/>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2585cb0356b477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F74B7BB-2919-45EB-A254-F94C8BE646E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A0305B6E-3C9F-42BB-B0DF-38D399FFAAB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2466621B-B4B0-4AC4-AC02-FCBD98C9FFE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03B0540D-4CEB-402C-8BB7-F8EB8B837ED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464278942"/>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47839eca305489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DC2A432-0C5D-4A9A-8409-1DFC4C9D5BD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CFE2D0B4-C89D-4431-8439-758DDB9DCD2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491C4C5F-E939-4857-924E-DE8D4016D469}"/>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A4B5EC2F-539D-47DD-B253-20FFEC993B8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295904747"/>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9b1ba194a41443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0D33199-E2C8-4E0C-BBA8-3D496B2CD18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DC622208-7B2D-488C-8D5C-A1D974D072EC}"/>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040A50D2-2C75-44A7-95DB-1D6690B6C973}"/>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527cafb9f8a45d2"/>
          <a:srcRect xmlns:a="http://schemas.openxmlformats.org/drawingml/2006/main" l="32000" t="20000" r="16000" b="8000"/>
          <a:stretch xmlns:a="http://schemas.openxmlformats.org/drawingml/2006/main"/>
        </p:blipFill>
        <p:spPr>
          <a:xfrm xmlns:a="http://schemas.openxmlformats.org/drawingml/2006/main">
            <a:off x="3905250" y="2085975"/>
            <a:ext cx="7677150" cy="3638550"/>
          </a:xfrm>
          <a:prstGeom xmlns:a="http://schemas.openxmlformats.org/drawingml/2006/main" prst="rect">
            <a:avLst/>
          </a:prstGeom>
        </p:spPr>
      </p:pic>
    </p:spTree>
    <p:extLst>
      <p:ext uri="{BB962C8B-B14F-4D97-AF65-F5344CB8AC3E}">
        <p14:creationId xmlns:p14="http://schemas.microsoft.com/office/powerpoint/2010/main" val="1848276465"/>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e91d33d5dc40d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B19EC71-DDC5-4050-A6B7-45C3BF1309A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656D7961-7A6E-4110-BA1F-FDD023461F6B}"/>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8E791287-E646-4DCC-8EE8-93C7D86B5B63}"/>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A3760DE1-DFBD-48A7-963D-DE82B4466BD7}"/>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494C9D75-AC1C-4021-B962-2AB05EA3633E}"/>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225068517"/>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1c63dd4a3bc4a9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A73D804-659F-40C4-BF7C-DC89B0A9F88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1EECA0AE-DADB-416A-9D08-499901F3767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08749742-DE84-4C14-B31E-1E6AC1769518}"/>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0B97AD50-D2C7-40F1-B54F-FE86D761B022}"/>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165C393A-7A1F-4506-9113-F5652610E95F}"/>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3F378FB4-9EB4-40A8-B09F-C41D2BBBC456}"/>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711B20B4-73C4-491C-84D4-8157C150D317}"/>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52D84AFA-5077-460A-AB4D-093BE39071C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974088492"/>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0ac505dc4054bd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259DC01-6AF9-4E87-B538-A7A7F50CF86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233C1D9D-2C54-480E-B71A-7D68E67F445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7EC9E108-4948-43FA-8C01-048D94D9319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240FB58E-6F10-4ABD-97D5-185189441218}"/>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09B7CD39-0C0C-4BCA-8537-93A3F5835787}"/>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5B87694E-82DE-492F-8F3E-4F418E47CEFC}"/>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3C7462DE-9F3C-48E9-823E-9F8AE1A697B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1714002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2026-10-07T16:54:02.8160000Z</dcterms:created>
  <dcterms:modified xsi:type="dcterms:W3CDTF">2026-10-07T16:54:02.8160000Z</dcterms:modified>
</coreProperties>
</file>