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c8d8123bef443ce" /><Relationship Type="http://schemas.openxmlformats.org/officeDocument/2006/relationships/extended-properties" Target="/docProps/app.xml" Id="R01d2d4142d06429e" /><Relationship Type="http://schemas.openxmlformats.org/officeDocument/2006/relationships/officeDocument" Target="/ppt/presentation.xml" Id="Ra660083945b24cb5" /></Relationships>
</file>

<file path=ppt/presentation.xml><?xml version="1.0" encoding="utf-8"?>
<p:presentation xmlns:p="http://schemas.openxmlformats.org/presentationml/2006/main">
  <p:sldMasterIdLst>
    <p:sldMasterId xmlns:r="http://schemas.openxmlformats.org/officeDocument/2006/relationships" id="2147483648" r:id="R64897acc97f44a5a"/>
  </p:sldMasterIdLst>
  <p:notesMasterIdLst>
    <p:notesMasterId xmlns:r="http://schemas.openxmlformats.org/officeDocument/2006/relationships" r:id="R57f02bc1a5544942"/>
  </p:notesMasterIdLst>
  <p:sldIdLst>
    <p:sldId xmlns:r="http://schemas.openxmlformats.org/officeDocument/2006/relationships" id="256" r:id="R0909fb267e4f4068"/>
    <p:sldId xmlns:r="http://schemas.openxmlformats.org/officeDocument/2006/relationships" id="257" r:id="Rd3c18cf34e54403f"/>
    <p:sldId xmlns:r="http://schemas.openxmlformats.org/officeDocument/2006/relationships" id="258" r:id="R9b5cb19164e7432f"/>
    <p:sldId xmlns:r="http://schemas.openxmlformats.org/officeDocument/2006/relationships" id="259" r:id="R3d86e5a73aa04fdf"/>
    <p:sldId xmlns:r="http://schemas.openxmlformats.org/officeDocument/2006/relationships" id="260" r:id="R432da1a587a04a9d"/>
    <p:sldId xmlns:r="http://schemas.openxmlformats.org/officeDocument/2006/relationships" id="261" r:id="Red8c42a1a99042e3"/>
    <p:sldId xmlns:r="http://schemas.openxmlformats.org/officeDocument/2006/relationships" id="262" r:id="Rda80a92e5cb5464a"/>
    <p:sldId xmlns:r="http://schemas.openxmlformats.org/officeDocument/2006/relationships" id="263" r:id="Rd8815381e9a24dcf"/>
    <p:sldId xmlns:r="http://schemas.openxmlformats.org/officeDocument/2006/relationships" id="264" r:id="Rb45cfa8229394967"/>
    <p:sldId xmlns:r="http://schemas.openxmlformats.org/officeDocument/2006/relationships" id="265" r:id="Re0d0fa04672c4785"/>
    <p:sldId xmlns:r="http://schemas.openxmlformats.org/officeDocument/2006/relationships" id="266" r:id="R28e1ab121a8c4fc5"/>
    <p:sldId xmlns:r="http://schemas.openxmlformats.org/officeDocument/2006/relationships" id="267" r:id="R64a4802b2ed04f42"/>
    <p:sldId xmlns:r="http://schemas.openxmlformats.org/officeDocument/2006/relationships" id="268" r:id="Rfb3871e00b984388"/>
    <p:sldId xmlns:r="http://schemas.openxmlformats.org/officeDocument/2006/relationships" id="269" r:id="R792835dde0a340b4"/>
    <p:sldId xmlns:r="http://schemas.openxmlformats.org/officeDocument/2006/relationships" id="270" r:id="R0deaf688262d40cf"/>
    <p:sldId xmlns:r="http://schemas.openxmlformats.org/officeDocument/2006/relationships" id="271" r:id="Rc21d8def6d2b4539"/>
    <p:sldId xmlns:r="http://schemas.openxmlformats.org/officeDocument/2006/relationships" id="272" r:id="R33b8ed2734ea46e1"/>
    <p:sldId xmlns:r="http://schemas.openxmlformats.org/officeDocument/2006/relationships" id="273" r:id="Rf2a703e0ff234364"/>
    <p:sldId xmlns:r="http://schemas.openxmlformats.org/officeDocument/2006/relationships" id="274" r:id="Rfd6f22367d4246b2"/>
    <p:sldId xmlns:r="http://schemas.openxmlformats.org/officeDocument/2006/relationships" id="275" r:id="Rd7de3e9a6e0240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7e2174e6dd439c" /><Relationship Type="http://schemas.openxmlformats.org/officeDocument/2006/relationships/slideMaster" Target="/ppt/slideMasters/slideMaster1.xml" Id="R64897acc97f44a5a" /><Relationship Type="http://schemas.openxmlformats.org/officeDocument/2006/relationships/notesMaster" Target="/ppt/notesMasters/notesMaster1.xml" Id="R57f02bc1a5544942" /><Relationship Type="http://schemas.openxmlformats.org/officeDocument/2006/relationships/presProps" Target="/ppt/presProps.xml" Id="Ra53b810135a24c08" /><Relationship Type="http://schemas.openxmlformats.org/officeDocument/2006/relationships/tableStyles" Target="/ppt/tableStyles.xml" Id="R83cec5ea09ef412a" /><Relationship Type="http://schemas.openxmlformats.org/officeDocument/2006/relationships/slide" Target="/ppt/slides/slide1.xml" Id="R0909fb267e4f4068" /><Relationship Type="http://schemas.openxmlformats.org/officeDocument/2006/relationships/slide" Target="/ppt/slides/slide2.xml" Id="Rd3c18cf34e54403f" /><Relationship Type="http://schemas.openxmlformats.org/officeDocument/2006/relationships/slide" Target="/ppt/slides/slide3.xml" Id="R9b5cb19164e7432f" /><Relationship Type="http://schemas.openxmlformats.org/officeDocument/2006/relationships/slide" Target="/ppt/slides/slide4.xml" Id="R3d86e5a73aa04fdf" /><Relationship Type="http://schemas.openxmlformats.org/officeDocument/2006/relationships/slide" Target="/ppt/slides/slide5.xml" Id="R432da1a587a04a9d" /><Relationship Type="http://schemas.openxmlformats.org/officeDocument/2006/relationships/slide" Target="/ppt/slides/slide6.xml" Id="Red8c42a1a99042e3" /><Relationship Type="http://schemas.openxmlformats.org/officeDocument/2006/relationships/slide" Target="/ppt/slides/slide7.xml" Id="Rda80a92e5cb5464a" /><Relationship Type="http://schemas.openxmlformats.org/officeDocument/2006/relationships/slide" Target="/ppt/slides/slide8.xml" Id="Rd8815381e9a24dcf" /><Relationship Type="http://schemas.openxmlformats.org/officeDocument/2006/relationships/slide" Target="/ppt/slides/slide9.xml" Id="Rb45cfa8229394967" /><Relationship Type="http://schemas.openxmlformats.org/officeDocument/2006/relationships/slide" Target="/ppt/slides/slide10.xml" Id="Re0d0fa04672c4785" /><Relationship Type="http://schemas.openxmlformats.org/officeDocument/2006/relationships/slide" Target="/ppt/slides/slide11.xml" Id="R28e1ab121a8c4fc5" /><Relationship Type="http://schemas.openxmlformats.org/officeDocument/2006/relationships/slide" Target="/ppt/slides/slide12.xml" Id="R64a4802b2ed04f42" /><Relationship Type="http://schemas.openxmlformats.org/officeDocument/2006/relationships/slide" Target="/ppt/slides/slide13.xml" Id="Rfb3871e00b984388" /><Relationship Type="http://schemas.openxmlformats.org/officeDocument/2006/relationships/slide" Target="/ppt/slides/slide14.xml" Id="R792835dde0a340b4" /><Relationship Type="http://schemas.openxmlformats.org/officeDocument/2006/relationships/slide" Target="/ppt/slides/slide15.xml" Id="R0deaf688262d40cf" /><Relationship Type="http://schemas.openxmlformats.org/officeDocument/2006/relationships/slide" Target="/ppt/slides/slide16.xml" Id="Rc21d8def6d2b4539" /><Relationship Type="http://schemas.openxmlformats.org/officeDocument/2006/relationships/slide" Target="/ppt/slides/slide17.xml" Id="R33b8ed2734ea46e1" /><Relationship Type="http://schemas.openxmlformats.org/officeDocument/2006/relationships/slide" Target="/ppt/slides/slide18.xml" Id="Rf2a703e0ff234364" /><Relationship Type="http://schemas.openxmlformats.org/officeDocument/2006/relationships/slide" Target="/ppt/slides/slide19.xml" Id="Rfd6f22367d4246b2" /><Relationship Type="http://schemas.openxmlformats.org/officeDocument/2006/relationships/slide" Target="/ppt/slides/slide20.xml" Id="Rd7de3e9a6e0240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c5e2730ac44b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d0fb3bde864dd2" /><Relationship Type="http://schemas.openxmlformats.org/officeDocument/2006/relationships/notesMaster" Target="/ppt/notesMasters/notesMaster1.xml" Id="R71a7e68d83c041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3a58226beb4112" /><Relationship Type="http://schemas.openxmlformats.org/officeDocument/2006/relationships/notesMaster" Target="/ppt/notesMasters/notesMaster1.xml" Id="Ra41cc6218d3b4a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e75273665e4558" /><Relationship Type="http://schemas.openxmlformats.org/officeDocument/2006/relationships/notesMaster" Target="/ppt/notesMasters/notesMaster1.xml" Id="R5edf130a12bb4d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16685c6dbb4ced" /><Relationship Type="http://schemas.openxmlformats.org/officeDocument/2006/relationships/notesMaster" Target="/ppt/notesMasters/notesMaster1.xml" Id="R96eb4fd65edb46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cd88f5671a4bd5" /><Relationship Type="http://schemas.openxmlformats.org/officeDocument/2006/relationships/notesMaster" Target="/ppt/notesMasters/notesMaster1.xml" Id="R9fd5deb464d342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6b4bc934064b41" /><Relationship Type="http://schemas.openxmlformats.org/officeDocument/2006/relationships/notesMaster" Target="/ppt/notesMasters/notesMaster1.xml" Id="R75cbe20f89a747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b8b26e51b742b6" /><Relationship Type="http://schemas.openxmlformats.org/officeDocument/2006/relationships/notesMaster" Target="/ppt/notesMasters/notesMaster1.xml" Id="Rd9ed7a3348ef4c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c358a26e4944b4" /><Relationship Type="http://schemas.openxmlformats.org/officeDocument/2006/relationships/notesMaster" Target="/ppt/notesMasters/notesMaster1.xml" Id="Rd503db269f8e4b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fb865f79be4170" /><Relationship Type="http://schemas.openxmlformats.org/officeDocument/2006/relationships/notesMaster" Target="/ppt/notesMasters/notesMaster1.xml" Id="R698c06dbe8fc41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b87af4ccc14220" /><Relationship Type="http://schemas.openxmlformats.org/officeDocument/2006/relationships/notesMaster" Target="/ppt/notesMasters/notesMaster1.xml" Id="R7f3514877cd84e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b37b1c66304520" /><Relationship Type="http://schemas.openxmlformats.org/officeDocument/2006/relationships/notesMaster" Target="/ppt/notesMasters/notesMaster1.xml" Id="R0cc868e2e81c4b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c0fdd2674a4722" /><Relationship Type="http://schemas.openxmlformats.org/officeDocument/2006/relationships/notesMaster" Target="/ppt/notesMasters/notesMaster1.xml" Id="Radfbfb203be043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034f8868f64255" /><Relationship Type="http://schemas.openxmlformats.org/officeDocument/2006/relationships/notesMaster" Target="/ppt/notesMasters/notesMaster1.xml" Id="R1508dbef791b47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b056ae3d4b451a" /><Relationship Type="http://schemas.openxmlformats.org/officeDocument/2006/relationships/notesMaster" Target="/ppt/notesMasters/notesMaster1.xml" Id="Rd1bae5d2f0454a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49b0b6c4584aaf" /><Relationship Type="http://schemas.openxmlformats.org/officeDocument/2006/relationships/notesMaster" Target="/ppt/notesMasters/notesMaster1.xml" Id="R284a940b101e4b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09da07a3b04954" /><Relationship Type="http://schemas.openxmlformats.org/officeDocument/2006/relationships/notesMaster" Target="/ppt/notesMasters/notesMaster1.xml" Id="Rc126d076dfe64a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e0e2ef810e4cf7" /><Relationship Type="http://schemas.openxmlformats.org/officeDocument/2006/relationships/notesMaster" Target="/ppt/notesMasters/notesMaster1.xml" Id="Re86d2fc2621047a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c8621739c94b20" /><Relationship Type="http://schemas.openxmlformats.org/officeDocument/2006/relationships/notesMaster" Target="/ppt/notesMasters/notesMaster1.xml" Id="R7a396cae13d6481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7baa2699fc4340" /><Relationship Type="http://schemas.openxmlformats.org/officeDocument/2006/relationships/notesMaster" Target="/ppt/notesMasters/notesMaster1.xml" Id="R09103c045b954a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12e45b80214373" /><Relationship Type="http://schemas.openxmlformats.org/officeDocument/2006/relationships/notesMaster" Target="/ppt/notesMasters/notesMaster1.xml" Id="Rc5deb447a7e542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Renaming the same bytes preserves identity; modified bytes do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candidate-count chart uses the separate RRA-only validation batch; the main completed report, export screenshot and reference-gene table use the full RRA+MLE batch. All six full RRA+MLE runs subsequently completed and their complete exports were verified.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of an existing full-genome MLE analysis. The progress bar records completed stages, not percentage of compute time or a promised finish time. This screenshot was captured during hit calling; all six full MLE runs have since completed. Some other existing MLE runs encountered count-write database timeouts and retried. Retry startup now resets stale stage records, and bulk writes use bounded COPY batches with a transaction-local timeout. Full MLE computation is complete; reconciliation with the authors’ settings and nomination criteria remains open. Frontend realtime events and a five-second polling fallback read Supabase run and stage records. Cloudflare R2 stores input objects, Supabase stores metadata and results, and Modal executes analysis. The screenshot is a dated snapshot. No new analysis job was submitted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full RRA+MLE report for spheroid WT versus plasmid. The primary candidate count uses RRA, with MLE statistics retained separately. 18,049 genes have recorded statistics. 178 pass the SplicR two-direction FDR threshold 0.05, of which 172 have at least one artifact flag. Flags prompt inspection and do not automatically disprove a gene. Of these 178 RRA candidates, 176 are depleted and 2 enriched. 154 carry the stored DepMap pan-essential flag, consistent with many general survival dependencies in a plasmid comparison. Another 16 carry an Atlas recurring-hit flag. Flag categories overlap: 170 frequent hitters, 58 promiscuous-guide flags and 44 multi-site-guide flags. Their sum is not a count of distinct genes. Common dependency annotations are context, not proof of the mechanism in this experiment. The WT-versus-EV endpoint comparison addresses relative abundance under LKB1 restoration and must be interpreted with its own quality and statistical limits.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for 2D EV/plasmid, 2D WT/plasmid, 2D WT/EV, spheroid EV/plasmid, spheroid WT/plasmid and spheroid WT/EV, respectively.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full RRA+MLE run, spheroid WT versus plasmid: FIG4 RRA log2 fold change 3.1413, MLE beta 1.8331 and MLE FDR 0.57554; VAC14 LFC 4.9627, beta 3.211 and FDR 0.19162; PIKFYVE LFC 0.40606, beta 0.43846 and FDR 0.99966. Values rounded only for display. None passes the declared RRA or MLE FDR threshold 0.05 here. Spheroid EV-versus-plasmid MLE beta values are FIG4 1.1152, VAC14 -0.031009 and PIKFYVE 0.37959. VAC14 meets both published WT-enriched/EV-low beta thresholds, but FIG4 does not meet their EV-low cutoff in this separately fitted design. The paper’s methods use WT beta &gt;0.5 / EV &lt;0.5 for pathway analysis; its Figure 3 caption uses &gt;1 / &lt;1. Both cutoff passages describe pathway-analysis input for Figure 3D, not FDR significance criteria for the entire screen. The actual implemented rule is not established by these descriptions. Ask which rule generated Figure 3D without assuming a typo or treating the difference as evidence against the biological conclusions. Original normalization, guide filtering and the design also need investigator clarification. The authors used MLE beta nomination and wet-lab follow-up; beta criteria and FDR calls are different evidence criteria. PIKFYVE guides were not enriched in WT spheroids in the paper, and pharmacological/rescue experiments established its role. These results do not establish exact reproduction or superior biology. Sources: full reference-gene-statistics.csv and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The full run includes complete separate RRA and MLE statistics for every scored gene. Older RRA-only exports keep unavailable MLE fields blank, not zero. JSON exposes sample_data=false, workspace source, untruncated rows, settings and stages. The downloadable full-results bundle includes six RRA+MLE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The initial full MLE cohort subsequently completed in 18,316.696 elapsed seconds (5 hours 5 minutes), including retries and its original worker allocation. This is a separate method/runtime, not the six-minute RRA result. It excludes upload and pre-start waiting.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uses previous-screen evidence to describe recurring hits. That context does not independently validate this study's candidates. The saved receipt records a publication exclusion policy for benchmark holdouts, but it does not establish that this specific paper was held out.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Completed full spheroid WT report: https://www.splicr.org/dashboard/screens/01a11702-77cc-72e2-9307-ab884d26facb. Sign in and select Ferrarone 2024 · SplicR demo. The full-results ZIP includes all six RRA+MLE CSVs and receipts. A separate results ZIP preserves the six RRA-only validation packages.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9e4310a2594c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1bcb09ec8149c7" /><Relationship Type="http://schemas.openxmlformats.org/officeDocument/2006/relationships/slideLayout" Target="/ppt/slideLayouts/slideLayout1.xml" Id="Rc6e2d00a851649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e2d00a851649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24796c38014ac5" /><Relationship Type="http://schemas.openxmlformats.org/officeDocument/2006/relationships/image" Target="/ppt/media/image.png" Id="Re287db6905a04b76" /><Relationship Type="http://schemas.openxmlformats.org/officeDocument/2006/relationships/notesSlide" Target="/ppt/notesSlides/notesSlide1.xml" Id="R596149b104404b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234061b19140de" /><Relationship Type="http://schemas.openxmlformats.org/officeDocument/2006/relationships/image" Target="/ppt/media/image2.png" Id="R78119ffdd4de4724" /><Relationship Type="http://schemas.openxmlformats.org/officeDocument/2006/relationships/image" Target="/ppt/media/image.jpeg" Id="R027bdf7bb4494b2a" /><Relationship Type="http://schemas.openxmlformats.org/officeDocument/2006/relationships/notesSlide" Target="/ppt/notesSlides/notesSlide2.xml" Id="Ra014eef86bb64f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6f13284df54190" /><Relationship Type="http://schemas.openxmlformats.org/officeDocument/2006/relationships/image" Target="/ppt/media/image3.png" Id="R1139e04da5dd447e" /><Relationship Type="http://schemas.openxmlformats.org/officeDocument/2006/relationships/notesSlide" Target="/ppt/notesSlides/notesSlide3.xml" Id="R23387d1eb8af43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d03839c7224fc8" /><Relationship Type="http://schemas.openxmlformats.org/officeDocument/2006/relationships/image" Target="/ppt/media/image4.png" Id="R5bfd9ae34fc94b64" /><Relationship Type="http://schemas.openxmlformats.org/officeDocument/2006/relationships/notesSlide" Target="/ppt/notesSlides/notesSlide4.xml" Id="R78b06e32857748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fad98178b94f34" /><Relationship Type="http://schemas.openxmlformats.org/officeDocument/2006/relationships/image" Target="/ppt/media/image5.png" Id="R0c52aa33c6184459" /><Relationship Type="http://schemas.openxmlformats.org/officeDocument/2006/relationships/image" Target="/ppt/media/image6.png" Id="R5463abe228e54fb8" /><Relationship Type="http://schemas.openxmlformats.org/officeDocument/2006/relationships/notesSlide" Target="/ppt/notesSlides/notesSlide5.xml" Id="Rb04629b0047a40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c1cce418704f3e" /><Relationship Type="http://schemas.openxmlformats.org/officeDocument/2006/relationships/image" Target="/ppt/media/image7.png" Id="R35f7cb44ed86429f" /><Relationship Type="http://schemas.openxmlformats.org/officeDocument/2006/relationships/image" Target="/ppt/media/image8.png" Id="Rcf22743be7534d74" /><Relationship Type="http://schemas.openxmlformats.org/officeDocument/2006/relationships/notesSlide" Target="/ppt/notesSlides/notesSlide6.xml" Id="R655d7c68b60a46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805b6739dd4a6c" /><Relationship Type="http://schemas.openxmlformats.org/officeDocument/2006/relationships/image" Target="/ppt/media/image9.png" Id="R9a5948c219874d1e" /><Relationship Type="http://schemas.openxmlformats.org/officeDocument/2006/relationships/image" Target="/ppt/media/image10.png" Id="R346f74f9da374d0d" /><Relationship Type="http://schemas.openxmlformats.org/officeDocument/2006/relationships/notesSlide" Target="/ppt/notesSlides/notesSlide7.xml" Id="Re4d88b68f2b24f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b16548b6144492" /><Relationship Type="http://schemas.openxmlformats.org/officeDocument/2006/relationships/image" Target="/ppt/media/image11.png" Id="R283563e02b7d492d" /><Relationship Type="http://schemas.openxmlformats.org/officeDocument/2006/relationships/image" Target="/ppt/media/image12.png" Id="R061d86012eca4e34" /><Relationship Type="http://schemas.openxmlformats.org/officeDocument/2006/relationships/notesSlide" Target="/ppt/notesSlides/notesSlide8.xml" Id="R03a9c1edc09d4e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7426de12444537" /><Relationship Type="http://schemas.openxmlformats.org/officeDocument/2006/relationships/image" Target="/ppt/media/image13.png" Id="R5216be0cf0cb4838" /><Relationship Type="http://schemas.openxmlformats.org/officeDocument/2006/relationships/image" Target="/ppt/media/image14.png" Id="R2dd2532911bb4411" /><Relationship Type="http://schemas.openxmlformats.org/officeDocument/2006/relationships/notesSlide" Target="/ppt/notesSlides/notesSlide9.xml" Id="R16144834ea534e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935dbc42e24dcf" /><Relationship Type="http://schemas.openxmlformats.org/officeDocument/2006/relationships/image" Target="/ppt/media/image15.png" Id="R90cf5b66e5e6434c" /><Relationship Type="http://schemas.openxmlformats.org/officeDocument/2006/relationships/image" Target="/ppt/media/image16.png" Id="R433c5ff27a224d17" /><Relationship Type="http://schemas.openxmlformats.org/officeDocument/2006/relationships/notesSlide" Target="/ppt/notesSlides/notesSlide10.xml" Id="Ra2ef0491e64741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30d343be5c4f91" /><Relationship Type="http://schemas.openxmlformats.org/officeDocument/2006/relationships/image" Target="/ppt/media/image17.png" Id="R812c5396e9294659" /><Relationship Type="http://schemas.openxmlformats.org/officeDocument/2006/relationships/chart" Target="/ppt/slides/charts/chart1.xml" Id="R5a1ae6ea7e9346a4" /><Relationship Type="http://schemas.openxmlformats.org/officeDocument/2006/relationships/notesSlide" Target="/ppt/notesSlides/notesSlide11.xml" Id="Rb50d96c7b4da48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69e302619d4d99" /><Relationship Type="http://schemas.openxmlformats.org/officeDocument/2006/relationships/image" Target="/ppt/media/image18.png" Id="R9070fd96acbc4653" /><Relationship Type="http://schemas.openxmlformats.org/officeDocument/2006/relationships/notesSlide" Target="/ppt/notesSlides/notesSlide12.xml" Id="Re1cae0b3abb44a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ebae15feab4778" /><Relationship Type="http://schemas.openxmlformats.org/officeDocument/2006/relationships/image" Target="/ppt/media/image19.png" Id="Ra207c3f776114649" /><Relationship Type="http://schemas.openxmlformats.org/officeDocument/2006/relationships/image" Target="/ppt/media/image20.png" Id="Reba4a7322bc0405d" /><Relationship Type="http://schemas.openxmlformats.org/officeDocument/2006/relationships/notesSlide" Target="/ppt/notesSlides/notesSlide13.xml" Id="R74629c8bf62046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afef69004e4315" /><Relationship Type="http://schemas.openxmlformats.org/officeDocument/2006/relationships/image" Target="/ppt/media/image21.png" Id="R698440c07eea4dc2" /><Relationship Type="http://schemas.openxmlformats.org/officeDocument/2006/relationships/notesSlide" Target="/ppt/notesSlides/notesSlide14.xml" Id="R92ca75531c7741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58d986d43c46a2" /><Relationship Type="http://schemas.openxmlformats.org/officeDocument/2006/relationships/image" Target="/ppt/media/image22.png" Id="Rc0912f1cda544ba6" /><Relationship Type="http://schemas.openxmlformats.org/officeDocument/2006/relationships/notesSlide" Target="/ppt/notesSlides/notesSlide15.xml" Id="R229bad2eeeab41c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23cb639e5e4e10" /><Relationship Type="http://schemas.openxmlformats.org/officeDocument/2006/relationships/image" Target="/ppt/media/image23.png" Id="Rf735a3ca66c24681" /><Relationship Type="http://schemas.openxmlformats.org/officeDocument/2006/relationships/notesSlide" Target="/ppt/notesSlides/notesSlide16.xml" Id="Re4435e4589b543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46f6eba121f4dfc" /><Relationship Type="http://schemas.openxmlformats.org/officeDocument/2006/relationships/image" Target="/ppt/media/image24.png" Id="Rc240b228c44449d1" /><Relationship Type="http://schemas.openxmlformats.org/officeDocument/2006/relationships/image" Target="/ppt/media/image25.png" Id="Ra57fad76698a482e" /><Relationship Type="http://schemas.openxmlformats.org/officeDocument/2006/relationships/notesSlide" Target="/ppt/notesSlides/notesSlide17.xml" Id="Re1bb3cba236b48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29af3e7bf57463e" /><Relationship Type="http://schemas.openxmlformats.org/officeDocument/2006/relationships/image" Target="/ppt/media/image26.png" Id="R200d3e50291e4630" /><Relationship Type="http://schemas.openxmlformats.org/officeDocument/2006/relationships/notesSlide" Target="/ppt/notesSlides/notesSlide18.xml" Id="R71f9d44d94964f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52d7d103a5e4595" /><Relationship Type="http://schemas.openxmlformats.org/officeDocument/2006/relationships/image" Target="/ppt/media/image27.png" Id="R0db2af6c9b48402b" /><Relationship Type="http://schemas.openxmlformats.org/officeDocument/2006/relationships/notesSlide" Target="/ppt/notesSlides/notesSlide19.xml" Id="R86d34051d0d0455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790f2a123044d54" /><Relationship Type="http://schemas.openxmlformats.org/officeDocument/2006/relationships/image" Target="/ppt/media/image28.png" Id="R1d61ad31404e4f3c" /><Relationship Type="http://schemas.openxmlformats.org/officeDocument/2006/relationships/hyperlink" Target="https://www.splicr.org/dashboard/screens/01a11702-77cc-72e2-9307-ab884d26facb" TargetMode="External" Id="Re4103f402c834600" /><Relationship Type="http://schemas.openxmlformats.org/officeDocument/2006/relationships/notesSlide" Target="/ppt/notesSlides/notesSlide20.xml" Id="Ref40368495854b1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D926342-6E59-4B94-AC5F-1ADC1BC4F113}"/>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287db6905a04b76"/>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DF150171-8CC4-48F9-A9F0-F4715222388E}"/>
              </a:ext>
            </a:extLst>
          </p:cNvPr>
          <p:cNvSpPr>
            <a:spLocks xmlns:a="http://schemas.openxmlformats.org/drawingml/2006/main" noGrp="1"/>
          </p:cNvSpPr>
          <p:nvPr/>
        </p:nvSpPr>
        <p:spPr>
          <a:xfrm xmlns:a="http://schemas.openxmlformats.org/drawingml/2006/main">
            <a:off x="609600" y="2143125"/>
            <a:ext cx="952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3818281C-9061-4B79-B8FA-5D55834329FD}"/>
              </a:ext>
            </a:extLst>
          </p:cNvPr>
          <p:cNvSpPr>
            <a:spLocks xmlns:a="http://schemas.openxmlformats.org/drawingml/2006/main" noGrp="1"/>
          </p:cNvSpPr>
          <p:nvPr/>
        </p:nvSpPr>
        <p:spPr>
          <a:xfrm xmlns:a="http://schemas.openxmlformats.org/drawingml/2006/main">
            <a:off x="647700" y="43338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F1563BA7-3F9C-46D6-8083-D5B3C75A19F4}"/>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117531640"/>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8119ffdd4de472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AEC31A6-3187-45D7-B486-2DCC47CB95D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7558BDE1-69CD-4242-A6A2-7A9A3A3D73A4}"/>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BC003291-A2EC-4E54-8CA3-B6D70D3527A6}"/>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620D0277-DD95-457A-9DD3-E8892E695DD4}"/>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FFC2CD10-4D9B-4390-87C4-BE0FC8AE7F0D}"/>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27bdf7bb4494b2a"/>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FA14E48E-BE56-4291-9F66-EADEFF69672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1051577685"/>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139e04da5dd447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6F0C5C6-8C84-44C7-8C05-9F5BD101696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E7CD8354-B04F-4674-B998-3C0811EE6E1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314B2E44-3302-44B6-9039-A8F7D676908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35D53219-0F95-4FB1-BA57-B4E4A0488A2A}"/>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BE1136C6-2963-4722-8AB0-66C3E231966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1278820191"/>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bfd9ae34fc94b6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82D206A-145A-4D18-9619-25A3D68768D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086519AD-073A-4994-AA3F-570E68C142E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E83667B0-C250-46D5-9134-2E9CC673A7B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75EAD7A5-A370-478B-97EE-AEB1FAA378A2}"/>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C26D3742-BBA8-4BDE-98FE-4BF200670EB4}"/>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DB5EA976-360B-4AD4-856B-45599AE776EC}"/>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A1E59EB1-F2CA-4318-883A-0E87AB1FBD94}"/>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F87E8755-1548-42B2-B0C1-3B26DDCFEB4C}"/>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A6E191C3-EE44-4446-97ED-D7349F84B0F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2062357775"/>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c52aa33c618445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E2EADD2-4DFA-41F9-9ED3-1C33A935D06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F32E1FCB-F319-4128-A916-D712ACAC9E6C}"/>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064BFF11-2380-4B35-85A4-16BA3C507132}"/>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463abe228e54fb8"/>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1056574735"/>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5f7cb44ed86429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F60AA28-AA98-4D47-8EED-F466D6A5137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1CCF0BE6-92D7-42E2-85A1-56412EAB93E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53188446-6F99-49BB-90FA-E287C3F18110}"/>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f22743be7534d74"/>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855333101"/>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a5948c219874d1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59887B1-F62E-4BFA-9302-B9058DB3091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ADD05031-6556-4DCE-B361-C65E7A386AF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8B26DAC1-3528-4E7A-B902-7C2CDB760050}"/>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46f74f9da374d0d"/>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918805109"/>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83563e02b7d492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7AA8BDA-BA82-46B4-BC07-31E939DA1219}"/>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A61EBC2E-704A-4C70-AB40-C72B0DD76347}"/>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85619DCE-E88E-4F34-A196-0CA0A96A084B}"/>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61d86012eca4e34"/>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690038976"/>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216be0cf0cb483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1C8B286-CFC6-4E0A-9E8E-6C7306D00C3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8721F24C-DE2E-4C06-81DE-41EB7F337EA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DD3CA9FF-6089-4211-A8CB-F2BBD1063C39}"/>
              </a:ext>
            </a:extLst>
          </p:cNvPr>
          <p:cNvSpPr>
            <a:spLocks xmlns:a="http://schemas.openxmlformats.org/drawingml/2006/main" noGrp="1"/>
          </p:cNvSpPr>
          <p:nvPr/>
        </p:nvSpPr>
        <p:spPr>
          <a:xfrm xmlns:a="http://schemas.openxmlformats.org/drawingml/2006/main">
            <a:off x="609600" y="2238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All six full RRA + MLE analyses are complete.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dd2532911bb4411"/>
          <a:stretch xmlns:a="http://schemas.openxmlformats.org/drawingml/2006/main"/>
        </p:blipFill>
        <p:spPr>
          <a:xfrm xmlns:a="http://schemas.openxmlformats.org/drawingml/2006/main">
            <a:off x="609600" y="3240376"/>
            <a:ext cx="10972800" cy="21107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80680258-B22C-40CD-9645-CC59CAEB0159}"/>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Captured during MLE fitting. All six full RRA + MLE analyses are now complete.</a:t>
            </a:r>
          </a:p>
        </p:txBody>
      </p:sp>
    </p:spTree>
    <p:extLst>
      <p:ext uri="{BB962C8B-B14F-4D97-AF65-F5344CB8AC3E}">
        <p14:creationId xmlns:p14="http://schemas.microsoft.com/office/powerpoint/2010/main" val="1700290669"/>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0cf5b66e5e6434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2A9F7BD-6D65-4694-9A3F-12415D007BA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C0BDAE06-6604-47D5-B271-1F4F911A19C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completed RRA + MLE run</a:t>
            </a:r>
          </a:p>
        </p:txBody>
      </p:sp>
      <p:sp>
        <p:nvSpPr>
          <p:cNvPr id="4" name="text-3">
            <a:extLst xmlns:a="http://schemas.openxmlformats.org/drawingml/2006/main">
              <a:ext uri="{FF2B5EF4-FFF2-40B4-BE49-F238E27FC236}">
                <a16:creationId xmlns:a16="http://schemas.microsoft.com/office/drawing/2014/main" id="{BABD01CB-2614-48F0-9720-E4A43EB5FF5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33c5ff27a224d17"/>
          <a:stretch xmlns:a="http://schemas.openxmlformats.org/drawingml/2006/main"/>
        </p:blipFill>
        <p:spPr>
          <a:xfrm xmlns:a="http://schemas.openxmlformats.org/drawingml/2006/main">
            <a:off x="1245268" y="2190750"/>
            <a:ext cx="9701463" cy="2809875"/>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D77C5D8D-FEF5-4097-8AE1-714A036D6E21}"/>
              </a:ext>
            </a:extLst>
          </p:cNvPr>
          <p:cNvSpPr>
            <a:spLocks xmlns:a="http://schemas.openxmlformats.org/drawingml/2006/main" noGrp="1"/>
          </p:cNvSpPr>
          <p:nvPr/>
        </p:nvSpPr>
        <p:spPr>
          <a:xfrm xmlns:a="http://schemas.openxmlformats.org/drawingml/2006/main">
            <a:off x="609600" y="5191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4F62"/>
                </a:solidFill>
                <a:latin typeface="Inter"/>
                <a:ea typeface="Inter"/>
                <a:cs typeface="Inter"/>
              </a:defRPr>
            </a:pPr>
            <a:r>
              <a:rPr sz="1800" b="0">
                <a:solidFill>
                  <a:srgbClr val="174F62"/>
                </a:solidFill>
                <a:latin typeface="Inter"/>
                <a:ea typeface="Inter"/>
                <a:cs typeface="Inter"/>
              </a:rPr>
              <a:t>178 candidates. 172 flagged for review, not automatic rejection.</a:t>
            </a:r>
          </a:p>
        </p:txBody>
      </p:sp>
      <p:sp>
        <p:nvSpPr>
          <p:cNvPr id="7" name="text-6">
            <a:extLst xmlns:a="http://schemas.openxmlformats.org/drawingml/2006/main">
              <a:ext uri="{FF2B5EF4-FFF2-40B4-BE49-F238E27FC236}">
                <a16:creationId xmlns:a16="http://schemas.microsoft.com/office/drawing/2014/main" id="{DF9C6DD9-0B4C-4928-B8D1-B59E7404E858}"/>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176 depleted. 154 annotated pan-essential in DepMap, consistent with common survival dependencies.</a:t>
            </a:r>
          </a:p>
        </p:txBody>
      </p:sp>
    </p:spTree>
    <p:extLst>
      <p:ext uri="{BB962C8B-B14F-4D97-AF65-F5344CB8AC3E}">
        <p14:creationId xmlns:p14="http://schemas.microsoft.com/office/powerpoint/2010/main" val="74177547"/>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12c5396e929465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4E80F5C-F8EC-45B5-BF7D-4CD947C75D7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2D6640EB-FE50-4D00-A277-15B7FC9E9EF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FCD21575-5632-4C91-9D16-4100C5BBD027}"/>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5a1ae6ea7e9346a4"/>
          </a:graphicData>
        </a:graphic>
      </p:graphicFrame>
      <p:sp>
        <p:nvSpPr>
          <p:cNvPr id="6" name="text-5">
            <a:extLst xmlns:a="http://schemas.openxmlformats.org/drawingml/2006/main">
              <a:ext uri="{FF2B5EF4-FFF2-40B4-BE49-F238E27FC236}">
                <a16:creationId xmlns:a16="http://schemas.microsoft.com/office/drawing/2014/main" id="{4FF6487D-B963-4F3C-AE1B-7460AEECE9E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927754156"/>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070fd96acbc465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559127E-1C64-4816-A885-A665E52E019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across both methods</a:t>
            </a:r>
          </a:p>
        </p:txBody>
      </p:sp>
      <p:sp>
        <p:nvSpPr>
          <p:cNvPr id="3" name="text-2">
            <a:extLst xmlns:a="http://schemas.openxmlformats.org/drawingml/2006/main">
              <a:ext uri="{FF2B5EF4-FFF2-40B4-BE49-F238E27FC236}">
                <a16:creationId xmlns:a16="http://schemas.microsoft.com/office/drawing/2014/main" id="{3BB068AC-D3B3-4890-A462-01F99831CE1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 recorded output</a:t>
            </a:r>
          </a:p>
        </p:txBody>
      </p:sp>
      <p:sp>
        <p:nvSpPr>
          <p:cNvPr id="4" name="text-3">
            <a:extLst xmlns:a="http://schemas.openxmlformats.org/drawingml/2006/main">
              <a:ext uri="{FF2B5EF4-FFF2-40B4-BE49-F238E27FC236}">
                <a16:creationId xmlns:a16="http://schemas.microsoft.com/office/drawing/2014/main" id="{DB00D21A-676B-4673-98C2-D8389B21BE9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190750"/>
                <a:gridCol w="3162300"/>
                <a:gridCol w="2667000"/>
                <a:gridCol w="29527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RRA log₂ change</a:t>
                      </a:r>
                    </a:p>
                  </a:txBody>
                  <a:tcPr marL="91440" marR="91440" marT="45720" marB="45720">
                    <a:solidFill>
                      <a:srgbClr val="24334B"/>
                    </a:solidFill>
                  </a:tcPr>
                </a:tc>
                <a:tc>
                  <a:txBody>
                    <a:bodyPr/>
                    <a:lstStyle/>
                    <a:p>
                      <a:r>
                        <a:rPr sz="2025" b="1">
                          <a:solidFill>
                            <a:srgbClr val="FFFFFF"/>
                          </a:solidFill>
                          <a:latin typeface="Inter"/>
                          <a:ea typeface="Inter"/>
                          <a:cs typeface="Inter"/>
                        </a:rPr>
                        <a:t>MLE beta</a:t>
                      </a:r>
                    </a:p>
                  </a:txBody>
                  <a:tcPr marL="91440" marR="91440" marT="45720" marB="45720">
                    <a:solidFill>
                      <a:srgbClr val="24334B"/>
                    </a:solidFill>
                  </a:tcPr>
                </a:tc>
                <a:tc>
                  <a:txBody>
                    <a:bodyPr/>
                    <a:lstStyle/>
                    <a:p>
                      <a:r>
                        <a:rPr sz="2025" b="1">
                          <a:solidFill>
                            <a:srgbClr val="FFFFFF"/>
                          </a:solidFill>
                          <a:latin typeface="Inter"/>
                          <a:ea typeface="Inter"/>
                          <a:cs typeface="Inter"/>
                        </a:rPr>
                        <a:t>MLE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+1.83</a:t>
                      </a:r>
                    </a:p>
                  </a:txBody>
                  <a:tcPr marL="91440" marR="91440" marT="45720" marB="45720">
                    <a:solidFill>
                      <a:srgbClr val="FFFFFF"/>
                    </a:solidFill>
                  </a:tcPr>
                </a:tc>
                <a:tc>
                  <a:txBody>
                    <a:bodyPr/>
                    <a:lstStyle/>
                    <a:p>
                      <a:r>
                        <a:rPr sz="2025" b="0">
                          <a:solidFill>
                            <a:srgbClr val="4F6470"/>
                          </a:solidFill>
                          <a:latin typeface="Inter"/>
                          <a:ea typeface="Inter"/>
                          <a:cs typeface="Inter"/>
                        </a:rPr>
                        <a:t>0.576</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+3.21</a:t>
                      </a:r>
                    </a:p>
                  </a:txBody>
                  <a:tcPr marL="91440" marR="91440" marT="45720" marB="45720">
                    <a:solidFill>
                      <a:srgbClr val="FFFFFF"/>
                    </a:solidFill>
                  </a:tcPr>
                </a:tc>
                <a:tc>
                  <a:txBody>
                    <a:bodyPr/>
                    <a:lstStyle/>
                    <a:p>
                      <a:r>
                        <a:rPr sz="2025" b="0">
                          <a:solidFill>
                            <a:srgbClr val="4F6470"/>
                          </a:solidFill>
                          <a:latin typeface="Inter"/>
                          <a:ea typeface="Inter"/>
                          <a:cs typeface="Inter"/>
                        </a:rPr>
                        <a:t>0.192</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+0.44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5D0F92B3-E22F-4BDE-AF7B-5E56A7E85C05}"/>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effects and significance are different questions</a:t>
            </a:r>
          </a:p>
        </p:txBody>
      </p:sp>
      <p:sp>
        <p:nvSpPr>
          <p:cNvPr id="7" name="text-6">
            <a:extLst xmlns:a="http://schemas.openxmlformats.org/drawingml/2006/main">
              <a:ext uri="{FF2B5EF4-FFF2-40B4-BE49-F238E27FC236}">
                <a16:creationId xmlns:a16="http://schemas.microsoft.com/office/drawing/2014/main" id="{82198388-A63D-45DD-872C-90C84D65A33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None passes MLE FDR 0.05 here. The paper’s beta-score nomination uses different criteria.</a:t>
            </a:r>
          </a:p>
        </p:txBody>
      </p:sp>
    </p:spTree>
    <p:extLst>
      <p:ext uri="{BB962C8B-B14F-4D97-AF65-F5344CB8AC3E}">
        <p14:creationId xmlns:p14="http://schemas.microsoft.com/office/powerpoint/2010/main" val="1718240681"/>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207c3f77611464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2838556-4D3F-4549-AFC0-106034AA1A1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5458CC61-D453-442D-8126-CA3F695446C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B6DA0975-AC57-45E7-8C9A-ADA6E44022C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ba4a7322bc0405d"/>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1BB4F3C9-75D7-4EB8-98BB-AAB7F29AA87D}"/>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E0FF7F1B-9D29-443B-9283-16160A2F9E7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 MLE runs.</a:t>
            </a:r>
          </a:p>
        </p:txBody>
      </p:sp>
    </p:spTree>
    <p:extLst>
      <p:ext uri="{BB962C8B-B14F-4D97-AF65-F5344CB8AC3E}">
        <p14:creationId xmlns:p14="http://schemas.microsoft.com/office/powerpoint/2010/main" val="864636356"/>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98440c07eea4dc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1C9A14F-F8A3-47D9-B328-9659B2E9705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80EE14F7-82BC-4798-B59F-A2E8A0E618F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55D327DD-8CAB-4EFB-8684-C007A7469BC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D4A26E45-16EB-4265-A330-EF1986E927E2}"/>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546F7056-AF78-43D0-BE2F-B6D060C0A918}"/>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0AA3F166-959C-4B76-8087-989B1A725F78}"/>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C463F7F0-5688-4505-BD1F-F01F5C48D9E8}"/>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742902EB-56C2-41C9-A6CE-9920AF058B2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timing shown. Initial full MLE cohort: 5 h 5 min, including retries. Upload time excluded.</a:t>
            </a:r>
          </a:p>
        </p:txBody>
      </p:sp>
    </p:spTree>
    <p:extLst>
      <p:ext uri="{BB962C8B-B14F-4D97-AF65-F5344CB8AC3E}">
        <p14:creationId xmlns:p14="http://schemas.microsoft.com/office/powerpoint/2010/main" val="2068803420"/>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0912f1cda544ba6"/>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3EE4646-C465-4290-A580-B784EB04B7B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A21C79A7-E1E6-4A22-8C06-95AED1EF1015}"/>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2AF41730-4227-447E-B253-5749D87F07A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Annotations and evidence</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Flags beside recorded results</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1FE69EA3-1B03-4878-A02D-99553D1E9BC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906664189"/>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735a3ca66c2468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EC43F7F-1B0C-40E7-B8AA-3F29B99FD09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585E583E-A588-45D6-833D-DB99CAD6876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25E25A99-06E5-4F1C-B40E-040C2DC9AF89}"/>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DEBF3347-2187-4B74-BB5F-CE698A3F2BBC}"/>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1322476167"/>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240b228c44449d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E0D6B82-FCEE-4199-95E1-AA07F81AD89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8E216723-23C7-462E-AFB7-B67BF09E400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1B148197-E619-4197-9A26-AB92816FC29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57fad76698a482e"/>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172631257"/>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00d3e50291e463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41B1B58-6B8A-4419-81BF-CD71A8CE7F2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8CFAC4C8-0306-48FB-881A-8251E0754AD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2EF10EB6-E064-4109-8E77-50FCEEA452DE}"/>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CC4AEA2D-A180-4D11-8C43-B99F8A5AE93A}"/>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E8D1C1A6-E398-45FB-83BF-5B189A380198}"/>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1382075949"/>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db2af6c9b48402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FCE9F3A-709F-4EFA-83F4-1AAC45242E4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5D5855BE-AAB4-4140-ACC5-B8CB6ACD6D2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929A9BBC-8B0A-4FC4-A824-BF6A29A0823C}"/>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1B496082-AAA4-4F6B-8115-06897E6AD1BD}"/>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3AF69734-43AD-4D63-9D19-5148637A4CD4}"/>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 MLE reports with separate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RRA numerical reproduction</a:t>
            </a:r>
          </a:p>
        </p:txBody>
      </p:sp>
      <p:sp>
        <p:nvSpPr>
          <p:cNvPr id="7" name="text-6">
            <a:extLst xmlns:a="http://schemas.openxmlformats.org/drawingml/2006/main">
              <a:ext uri="{FF2B5EF4-FFF2-40B4-BE49-F238E27FC236}">
                <a16:creationId xmlns:a16="http://schemas.microsoft.com/office/drawing/2014/main" id="{3E537CB8-03F8-460F-B360-3FC7F9DC540D}"/>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898E3C1B-A563-4F1E-9C46-441B943E8693}"/>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0D1E1504-D3BF-4598-8446-4EFAA224430D}"/>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1326031149"/>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d61ad31404e4f3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03CFEA1-94C6-4B58-803F-2E19A6EA374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E5DF5FBF-DD90-4A97-94DC-5D7F11BD809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F76D1EB4-F624-4B8F-B278-27B7E669D6E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FEBDF54B-9BE9-46BC-96D7-3C9C1FC39A25}"/>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664FBD94-8A1C-4B76-8092-E8A89E302358}"/>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SplicR-Ferrarone-full-results.zip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 MLE result packages</a:t>
            </a:r>
          </a:p>
        </p:txBody>
      </p:sp>
      <p:sp>
        <p:nvSpPr>
          <p:cNvPr id="7" name="text-6">
            <a:extLst xmlns:a="http://schemas.openxmlformats.org/drawingml/2006/main">
              <a:ext uri="{FF2B5EF4-FFF2-40B4-BE49-F238E27FC236}">
                <a16:creationId xmlns:a16="http://schemas.microsoft.com/office/drawing/2014/main" id="{99241A58-241F-451E-AD2E-2F2876585FAC}"/>
              </a:ext>
            </a:extLst>
          </p:cNvPr>
          <p:cNvSpPr>
            <a:spLocks xmlns:a="http://schemas.openxmlformats.org/drawingml/2006/main" noGrp="1"/>
          </p:cNvSpPr>
          <p:nvPr/>
        </p:nvSpPr>
        <p:spPr>
          <a:xfrm xmlns:a="http://schemas.openxmlformats.org/drawingml/2006/main">
            <a:off x="609600" y="51149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hlinkClick xmlns:r="http://schemas.openxmlformats.org/officeDocument/2006/relationships" r:id="Re4103f402c834600"/>
              </a:rPr>
              <a:t>Open full spheroid WT report</a:t>
            </a:r>
          </a:p>
        </p:txBody>
      </p:sp>
      <p:sp>
        <p:nvSpPr>
          <p:cNvPr id="8" name="text-7">
            <a:extLst xmlns:a="http://schemas.openxmlformats.org/drawingml/2006/main">
              <a:ext uri="{FF2B5EF4-FFF2-40B4-BE49-F238E27FC236}">
                <a16:creationId xmlns:a16="http://schemas.microsoft.com/office/drawing/2014/main" id="{5A57A36A-9EF3-41A9-AD0A-C5CBFC5BCA80}"/>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Report requires sign-in to the retained demo workspace. All six full RRA + MLE packages are included.</a:t>
            </a:r>
          </a:p>
        </p:txBody>
      </p:sp>
    </p:spTree>
    <p:extLst>
      <p:ext uri="{BB962C8B-B14F-4D97-AF65-F5344CB8AC3E}">
        <p14:creationId xmlns:p14="http://schemas.microsoft.com/office/powerpoint/2010/main" val="909472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2026-10-08T01:06:10.5670000Z</dcterms:created>
  <dcterms:modified xsi:type="dcterms:W3CDTF">2026-10-08T01:06:10.5670000Z</dcterms:modified>
</coreProperties>
</file>