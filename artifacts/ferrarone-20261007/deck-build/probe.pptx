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14089fcddb4aad" /><Relationship Type="http://schemas.openxmlformats.org/officeDocument/2006/relationships/extended-properties" Target="/docProps/app.xml" Id="Rf3d2210ccffc49c8" /><Relationship Type="http://schemas.openxmlformats.org/officeDocument/2006/relationships/officeDocument" Target="/ppt/presentation.xml" Id="R2cfd65c61d72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5b6fe42eb43ad"/>
  </p:sldMasterIdLst>
  <p:notesMasterIdLst>
    <p:notesMasterId xmlns:r="http://schemas.openxmlformats.org/officeDocument/2006/relationships" r:id="R46a678f5d6e54211"/>
  </p:notesMasterIdLst>
  <p:sldIdLst>
    <p:sldId xmlns:r="http://schemas.openxmlformats.org/officeDocument/2006/relationships" id="256" r:id="R249324a40f684b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e92c50d21402c" /><Relationship Type="http://schemas.openxmlformats.org/officeDocument/2006/relationships/slideMaster" Target="/ppt/slideMasters/slideMaster1.xml" Id="R8bc5b6fe42eb43ad" /><Relationship Type="http://schemas.openxmlformats.org/officeDocument/2006/relationships/notesMaster" Target="/ppt/notesMasters/notesMaster1.xml" Id="R46a678f5d6e54211" /><Relationship Type="http://schemas.openxmlformats.org/officeDocument/2006/relationships/presProps" Target="/ppt/presProps.xml" Id="R2123c01a8d3a49c4" /><Relationship Type="http://schemas.openxmlformats.org/officeDocument/2006/relationships/tableStyles" Target="/ppt/tableStyles.xml" Id="R625345b235e84f2b" /><Relationship Type="http://schemas.openxmlformats.org/officeDocument/2006/relationships/slide" Target="/ppt/slides/slide1.xml" Id="R249324a40f684b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cc0db2bf97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d82553bac4845" /><Relationship Type="http://schemas.openxmlformats.org/officeDocument/2006/relationships/notesMaster" Target="/ppt/notesMasters/notesMaster1.xml" Id="R7e575156ed1e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d336bc2a640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5aa2201a2f4518" /><Relationship Type="http://schemas.openxmlformats.org/officeDocument/2006/relationships/slideLayout" Target="/ppt/slideLayouts/slideLayout1.xml" Id="Rb08796325415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796325415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e453142474cf3" /><Relationship Type="http://schemas.openxmlformats.org/officeDocument/2006/relationships/notesSlide" Target="/ppt/notesSlides/notesSlide1.xml" Id="R5b73184b299041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3289C-EBBB-4E5F-AD66-5EDFB42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174F62"/>
                </a:solidFill>
                <a:latin typeface="Instrument Serif"/>
                <a:ea typeface="Instrument Serif"/>
                <a:cs typeface="Instrument Serif"/>
              </a:defRPr>
            </a:pPr>
            <a:r>
              <a:rPr sz="4500">
                <a:solidFill>
                  <a:srgbClr val="174F62"/>
                </a:solidFill>
                <a:latin typeface="Instrument Serif"/>
                <a:ea typeface="Instrument Serif"/>
                <a:cs typeface="Instrument Serif"/>
              </a:rPr>
              <a:t>SplicR for the Varmus lab</a:t>
            </a:r>
          </a:p>
        </p:txBody>
      </p:sp>
    </p:spTree>
    <p:extLst>
      <p:ext uri="{BB962C8B-B14F-4D97-AF65-F5344CB8AC3E}">
        <p14:creationId xmlns:p14="http://schemas.microsoft.com/office/powerpoint/2010/main" val="209205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2026-10-07T16:46:54.1170000Z</dcterms:created>
  <dcterms:modified xsi:type="dcterms:W3CDTF">2026-10-07T16:46:54.1170000Z</dcterms:modified>
</coreProperties>
</file>